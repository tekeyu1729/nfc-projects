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9926638" cy="1435576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93" d="100"/>
          <a:sy n="93" d="100"/>
        </p:scale>
        <p:origin x="90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8D012C-2DFE-D186-0CD2-49EE2630C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1E289EA-D835-80C6-82FB-ABA9AA03C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763F8E-0C73-F114-9929-2D819E638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42F1C-4466-4071-9518-6BE6BFD3DD26}" type="datetimeFigureOut">
              <a:rPr kumimoji="1" lang="ja-JP" altLang="en-US" smtClean="0"/>
              <a:t>2026/10/24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417CEFD-CE8B-97FC-0072-83E684092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F07C89-9438-E6AA-1E9A-4BB788D06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8B34-8960-432A-B6FC-220452F806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0650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C3FCB6-290F-7FF0-C51A-209037BB3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5D8C265-4480-8D1D-BA4D-C233D597A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147452-A433-8D42-6C0F-68658020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42F1C-4466-4071-9518-6BE6BFD3DD26}" type="datetimeFigureOut">
              <a:rPr kumimoji="1" lang="ja-JP" altLang="en-US" smtClean="0"/>
              <a:t>2026/10/24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C334FF-17DA-A5CB-EBEA-057B6E2A9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B98586-5AF8-2FE7-4218-DA6B117EB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8B34-8960-432A-B6FC-220452F806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5068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918E9-BD77-20DC-05D2-DCD9851F1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A8DA71A-6349-970B-B47A-44F60C13A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940425-F3AD-6356-EF9C-5045F20A0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42F1C-4466-4071-9518-6BE6BFD3DD26}" type="datetimeFigureOut">
              <a:rPr kumimoji="1" lang="ja-JP" altLang="en-US" smtClean="0"/>
              <a:t>2026/10/24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F60F56-F983-49A9-7702-894182D1F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064A83-3F16-AF14-E78C-9302234BF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8B34-8960-432A-B6FC-220452F806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8447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347C09-8877-7FB9-5E67-367C3548F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DD50CE-902C-CB4B-0F7C-24FF65755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F1BF754-2FAC-3B0B-4E2C-C543AA5C2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F0F78E3-C91F-01CE-644F-6B83933F4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42F1C-4466-4071-9518-6BE6BFD3DD26}" type="datetimeFigureOut">
              <a:rPr kumimoji="1" lang="ja-JP" altLang="en-US" smtClean="0"/>
              <a:t>2026/10/24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2C20C22-2654-9A97-A567-5C7290B4F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89DEA0-FA4C-9FA3-A711-97EEBA5A4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8B34-8960-432A-B6FC-220452F806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1696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F27EF3-5901-2E64-8CC5-2979EF6CD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C4EE5C-8C63-F3F2-9672-0127FB03A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C460F3-E4A1-1F85-FDB2-5BCD74750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586D54F-8AE2-2DDA-D33E-80EB0EC3D1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5DACA16-0C86-0A3F-FA72-9EDD85A084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1DC7DDA-E774-E193-C444-774D7665A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42F1C-4466-4071-9518-6BE6BFD3DD26}" type="datetimeFigureOut">
              <a:rPr kumimoji="1" lang="ja-JP" altLang="en-US" smtClean="0"/>
              <a:t>2026/10/24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F71BC13-FE9B-0E0E-1AFC-C2DD1C7B4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3656CDA-DE51-77BE-B40C-3EB1FF7B2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8B34-8960-432A-B6FC-220452F806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8341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E939F0-3DC6-540E-5EE8-68FB66C87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F49908E-9FC7-C087-17D6-505EA9CF3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42F1C-4466-4071-9518-6BE6BFD3DD26}" type="datetimeFigureOut">
              <a:rPr kumimoji="1" lang="ja-JP" altLang="en-US" smtClean="0"/>
              <a:t>2026/10/24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0BA3DEC-4FFE-4FC5-D5FB-086F773C7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7181B62-AAD0-2C1E-27D9-4E48DCCD8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8B34-8960-432A-B6FC-220452F806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4583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4BAF690-64F8-DF69-131C-B8E677491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42F1C-4466-4071-9518-6BE6BFD3DD26}" type="datetimeFigureOut">
              <a:rPr kumimoji="1" lang="ja-JP" altLang="en-US" smtClean="0"/>
              <a:t>2026/10/24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54E3706-F333-555C-7AAA-9B28DDBAF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EBDEB-9DCE-83AB-20D9-42FD3238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8B34-8960-432A-B6FC-220452F806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6445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5BFE8E-D430-D802-49CE-FCC565145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1DD389-6EC0-DF48-6E1D-845B7F129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DE6EED1-AD22-BE0B-B8A8-085F4010E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826F6A7-C903-FEEE-1FD8-2F44115A1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42F1C-4466-4071-9518-6BE6BFD3DD26}" type="datetimeFigureOut">
              <a:rPr kumimoji="1" lang="ja-JP" altLang="en-US" smtClean="0"/>
              <a:t>2026/10/24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E097E23-6DA9-1B2F-C1DE-2EB5AC14C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70085E2-9CAA-A143-D1ED-730243A49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8B34-8960-432A-B6FC-220452F806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7335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ABFA25-123A-39BC-90B7-8382CF28D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19A21C6-AFFD-CD59-3033-CC0A8746A4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AC480F7-AFD9-8E83-6F34-02E38E2CF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CB45F46-3253-45A1-0789-9552DD8AB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42F1C-4466-4071-9518-6BE6BFD3DD26}" type="datetimeFigureOut">
              <a:rPr kumimoji="1" lang="ja-JP" altLang="en-US" smtClean="0"/>
              <a:t>2026/10/24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475886A-BF45-1533-28AD-188916EB6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0937A8A-0E19-DE5B-E3A0-4EE81F1D0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8B34-8960-432A-B6FC-220452F806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3783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C299B8-500B-0C02-783A-FCE730744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1F14AA8-7935-386D-FF7E-BB4D1B366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519C77-74CB-E5F3-0662-342A17AE8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42F1C-4466-4071-9518-6BE6BFD3DD26}" type="datetimeFigureOut">
              <a:rPr kumimoji="1" lang="ja-JP" altLang="en-US" smtClean="0"/>
              <a:t>2026/10/24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5CD28A-70AE-D191-BAF4-138BA7516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89DA69-E32B-E53D-45F7-5931906E4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8B34-8960-432A-B6FC-220452F806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2304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4B470ED-C3CF-1E98-28F8-C4CC099195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FAD3714-8A80-C1DF-251E-0C927E608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C3F06C-1D13-17D8-8425-FF81F9E2E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42F1C-4466-4071-9518-6BE6BFD3DD26}" type="datetimeFigureOut">
              <a:rPr kumimoji="1" lang="ja-JP" altLang="en-US" smtClean="0"/>
              <a:t>2026/10/24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5547F1-F50F-68BE-F4D2-640151D9A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A312CE-DC85-BB45-FF99-808EE0068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68B34-8960-432A-B6FC-220452F806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0116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2D9709A-67C3-0DD7-D9D5-6CA6A36F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ED5C5F3-985E-B1CF-04EF-3BD499559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152AD6-1FED-F61B-81F3-6121B31244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242F1C-4466-4071-9518-6BE6BFD3DD26}" type="datetimeFigureOut">
              <a:rPr kumimoji="1" lang="ja-JP" altLang="en-US" smtClean="0"/>
              <a:t>2026/10/24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E49462-A7EE-D723-D25B-4B26DED8F4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FE49B6-6C8E-2D69-A681-0E119E934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A68B34-8960-432A-B6FC-220452F806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4216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矢印: 左 3">
            <a:extLst>
              <a:ext uri="{FF2B5EF4-FFF2-40B4-BE49-F238E27FC236}">
                <a16:creationId xmlns:a16="http://schemas.microsoft.com/office/drawing/2014/main" id="{14C964CF-69A1-975A-790E-C01B35D64E6B}"/>
              </a:ext>
            </a:extLst>
          </p:cNvPr>
          <p:cNvSpPr/>
          <p:nvPr/>
        </p:nvSpPr>
        <p:spPr>
          <a:xfrm>
            <a:off x="327170" y="1853967"/>
            <a:ext cx="4932727" cy="4072856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D17EB13-58EF-4630-90CD-4F2AEC7B9859}"/>
              </a:ext>
            </a:extLst>
          </p:cNvPr>
          <p:cNvSpPr txBox="1"/>
          <p:nvPr/>
        </p:nvSpPr>
        <p:spPr>
          <a:xfrm>
            <a:off x="2864839" y="618261"/>
            <a:ext cx="864852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6600" b="1" dirty="0"/>
              <a:t>スタンプ景品受け取り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1F8908E-9649-5838-8285-007F21D6F823}"/>
              </a:ext>
            </a:extLst>
          </p:cNvPr>
          <p:cNvSpPr txBox="1"/>
          <p:nvPr/>
        </p:nvSpPr>
        <p:spPr>
          <a:xfrm>
            <a:off x="6002323" y="2747395"/>
            <a:ext cx="5493812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3800" b="1" dirty="0"/>
              <a:t>こちら</a:t>
            </a:r>
          </a:p>
        </p:txBody>
      </p:sp>
    </p:spTree>
    <p:extLst>
      <p:ext uri="{BB962C8B-B14F-4D97-AF65-F5344CB8AC3E}">
        <p14:creationId xmlns:p14="http://schemas.microsoft.com/office/powerpoint/2010/main" val="2101048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D638823-2B4B-BD00-C90A-DC24368990DC}"/>
              </a:ext>
            </a:extLst>
          </p:cNvPr>
          <p:cNvSpPr txBox="1"/>
          <p:nvPr/>
        </p:nvSpPr>
        <p:spPr>
          <a:xfrm>
            <a:off x="269767" y="2308643"/>
            <a:ext cx="1146980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800" b="1" dirty="0"/>
              <a:t>ここをスマホでタッチ</a:t>
            </a:r>
          </a:p>
        </p:txBody>
      </p:sp>
      <p:sp>
        <p:nvSpPr>
          <p:cNvPr id="3" name="矢印: 左 2">
            <a:extLst>
              <a:ext uri="{FF2B5EF4-FFF2-40B4-BE49-F238E27FC236}">
                <a16:creationId xmlns:a16="http://schemas.microsoft.com/office/drawing/2014/main" id="{5F2AFC7E-8472-C444-43C1-1A21F51D7026}"/>
              </a:ext>
            </a:extLst>
          </p:cNvPr>
          <p:cNvSpPr/>
          <p:nvPr/>
        </p:nvSpPr>
        <p:spPr>
          <a:xfrm rot="8704618">
            <a:off x="9499221" y="499911"/>
            <a:ext cx="2531376" cy="1360149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5588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0E6DCB8-7742-1709-1DB4-A94BC59A80A8}"/>
              </a:ext>
            </a:extLst>
          </p:cNvPr>
          <p:cNvSpPr txBox="1"/>
          <p:nvPr/>
        </p:nvSpPr>
        <p:spPr>
          <a:xfrm>
            <a:off x="-108543" y="2005046"/>
            <a:ext cx="130270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/>
              <a:t>※</a:t>
            </a:r>
            <a:r>
              <a:rPr lang="ja-JP" altLang="en-US" sz="6000" dirty="0"/>
              <a:t>生徒会主催</a:t>
            </a:r>
            <a:endParaRPr lang="en-US" altLang="ja-JP" sz="6000" dirty="0"/>
          </a:p>
          <a:p>
            <a:r>
              <a:rPr lang="ja-JP" altLang="en-US" sz="6000" dirty="0"/>
              <a:t>　　スタンプラリーではありません</a:t>
            </a:r>
            <a:endParaRPr kumimoji="1" lang="ja-JP" altLang="en-US" sz="6000" dirty="0"/>
          </a:p>
        </p:txBody>
      </p:sp>
    </p:spTree>
    <p:extLst>
      <p:ext uri="{BB962C8B-B14F-4D97-AF65-F5344CB8AC3E}">
        <p14:creationId xmlns:p14="http://schemas.microsoft.com/office/powerpoint/2010/main" val="2999234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A0FFAE5-B438-32C9-3F18-26005ABEE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88" y="3619858"/>
            <a:ext cx="3098936" cy="3093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538E601-E5E0-40EE-90FA-EFFF454AD630}"/>
              </a:ext>
            </a:extLst>
          </p:cNvPr>
          <p:cNvSpPr txBox="1"/>
          <p:nvPr/>
        </p:nvSpPr>
        <p:spPr>
          <a:xfrm>
            <a:off x="226881" y="428820"/>
            <a:ext cx="13461618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6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NFC</a:t>
            </a:r>
            <a:r>
              <a:rPr kumimoji="1" lang="ja-JP" altLang="en-US" sz="8800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スタンプラリー</a:t>
            </a:r>
            <a:endParaRPr kumimoji="1" lang="en-US" altLang="ja-JP" sz="8800" dirty="0"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  <a:p>
            <a:endParaRPr kumimoji="1" lang="en-US" altLang="ja-JP" sz="8800" dirty="0"/>
          </a:p>
          <a:p>
            <a:r>
              <a:rPr lang="ja-JP" altLang="en-US" sz="8800" dirty="0"/>
              <a:t>　　　　</a:t>
            </a:r>
            <a:r>
              <a:rPr kumimoji="1" lang="ja-JP" altLang="en-US" sz="115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開催中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1BA1F0A-25CE-8791-71CF-B9C57EA620E1}"/>
              </a:ext>
            </a:extLst>
          </p:cNvPr>
          <p:cNvSpPr txBox="1"/>
          <p:nvPr/>
        </p:nvSpPr>
        <p:spPr>
          <a:xfrm>
            <a:off x="6641431" y="6488668"/>
            <a:ext cx="6421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生徒会主催のスタンプラリーとは関係ありません。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2900985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71D9BFA-E3E6-C651-99D5-09259E7CB33C}"/>
              </a:ext>
            </a:extLst>
          </p:cNvPr>
          <p:cNvSpPr txBox="1"/>
          <p:nvPr/>
        </p:nvSpPr>
        <p:spPr>
          <a:xfrm>
            <a:off x="44688" y="1632856"/>
            <a:ext cx="1210262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800" b="1" dirty="0"/>
              <a:t>豪華</a:t>
            </a:r>
            <a:r>
              <a:rPr kumimoji="1" lang="ja-JP" altLang="en-US" sz="2000" b="1" dirty="0"/>
              <a:t>かも</a:t>
            </a:r>
            <a:r>
              <a:rPr kumimoji="1" lang="ja-JP" altLang="en-US" sz="2000" dirty="0"/>
              <a:t>しれない</a:t>
            </a:r>
            <a:r>
              <a:rPr kumimoji="1" lang="ja-JP" altLang="en-US" sz="8800" b="1" dirty="0"/>
              <a:t>景品</a:t>
            </a:r>
            <a:r>
              <a:rPr kumimoji="1" lang="ja-JP" altLang="en-US" sz="8800" dirty="0"/>
              <a:t>プレゼント</a:t>
            </a:r>
            <a:endParaRPr kumimoji="1" lang="en-US" altLang="ja-JP" sz="8800" dirty="0"/>
          </a:p>
          <a:p>
            <a:endParaRPr kumimoji="1" lang="en-US" altLang="ja-JP" sz="8800" dirty="0"/>
          </a:p>
          <a:p>
            <a:r>
              <a:rPr lang="ja-JP" altLang="en-US" sz="8800" dirty="0"/>
              <a:t>　　　早い者勝ち！！</a:t>
            </a:r>
            <a:endParaRPr kumimoji="1" lang="ja-JP" altLang="en-US" sz="8800" dirty="0"/>
          </a:p>
        </p:txBody>
      </p:sp>
    </p:spTree>
    <p:extLst>
      <p:ext uri="{BB962C8B-B14F-4D97-AF65-F5344CB8AC3E}">
        <p14:creationId xmlns:p14="http://schemas.microsoft.com/office/powerpoint/2010/main" val="2802720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4507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2617</TotalTime>
  <Words>41</Words>
  <Application>Microsoft Office PowerPoint</Application>
  <PresentationFormat>ワイド画面</PresentationFormat>
  <Paragraphs>12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3" baseType="lpstr">
      <vt:lpstr>HGP創英角ﾎﾟｯﾌﾟ体</vt:lpstr>
      <vt:lpstr>HGS創英角ﾎﾟｯﾌﾟ体</vt:lpstr>
      <vt:lpstr>游ゴシック</vt:lpstr>
      <vt:lpstr>游ゴシック Light</vt:lpstr>
      <vt:lpstr>Arial</vt:lpstr>
      <vt:lpstr>Artifakt Element Black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Administrator@OST-I.LOCAL</dc:creator>
  <cp:lastModifiedBy>Administrator@OST-I.LOCAL</cp:lastModifiedBy>
  <cp:revision>1</cp:revision>
  <cp:lastPrinted>2026-10-25T02:23:01Z</cp:lastPrinted>
  <dcterms:created xsi:type="dcterms:W3CDTF">2026-10-24T04:45:23Z</dcterms:created>
  <dcterms:modified xsi:type="dcterms:W3CDTF">2026-10-26T00:22:33Z</dcterms:modified>
</cp:coreProperties>
</file>