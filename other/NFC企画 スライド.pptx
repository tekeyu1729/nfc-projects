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7d9b1eca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7d9b1eca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7d9b1ec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7d9b1ec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7d9b1eca2_4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7d9b1eca2_4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7d9b1eca2_4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7d9b1eca2_4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7d9b1eca2_4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7d9b1eca2_4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7d9b1eca2_4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7d9b1eca2_4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d9b1eca2_4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7d9b1eca2_4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1910025"/>
            <a:ext cx="3674100" cy="3233400"/>
          </a:xfrm>
          <a:prstGeom prst="rtTriangl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1523950" y="2237488"/>
            <a:ext cx="8051700" cy="94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ja" sz="5100"/>
              <a:t>校内スタンプラリー企画</a:t>
            </a:r>
            <a:endParaRPr b="1" sz="5100"/>
          </a:p>
        </p:txBody>
      </p:sp>
      <p:sp>
        <p:nvSpPr>
          <p:cNvPr id="56" name="Google Shape;56;p13"/>
          <p:cNvSpPr txBox="1"/>
          <p:nvPr/>
        </p:nvSpPr>
        <p:spPr>
          <a:xfrm>
            <a:off x="1596000" y="1957403"/>
            <a:ext cx="36741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NFCタグを用いた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/>
          <p:nvPr/>
        </p:nvSpPr>
        <p:spPr>
          <a:xfrm flipH="1" rot="10800000">
            <a:off x="0" y="0"/>
            <a:ext cx="3240900" cy="3689700"/>
          </a:xfrm>
          <a:prstGeom prst="rtTriangle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 rot="5400000">
            <a:off x="-466000" y="2382325"/>
            <a:ext cx="1809300" cy="886200"/>
          </a:xfrm>
          <a:prstGeom prst="triangle">
            <a:avLst>
              <a:gd fmla="val 42352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 amt="40000"/>
          </a:blip>
          <a:srcRect b="0" l="0" r="72323" t="0"/>
          <a:stretch/>
        </p:blipFill>
        <p:spPr>
          <a:xfrm>
            <a:off x="0" y="0"/>
            <a:ext cx="3008600" cy="5143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" name="Google Shape;64;p14"/>
          <p:cNvSpPr txBox="1"/>
          <p:nvPr/>
        </p:nvSpPr>
        <p:spPr>
          <a:xfrm>
            <a:off x="478525" y="893550"/>
            <a:ext cx="2400900" cy="16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0">
                <a:solidFill>
                  <a:schemeClr val="dk1"/>
                </a:solidFill>
              </a:rPr>
              <a:t>01 </a:t>
            </a:r>
            <a:endParaRPr b="1" sz="150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26625" y="2979950"/>
            <a:ext cx="28233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800">
                <a:solidFill>
                  <a:schemeClr val="dk1"/>
                </a:solidFill>
              </a:rPr>
              <a:t>NFCタグの概要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152175" y="524500"/>
            <a:ext cx="4203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0">
                <a:solidFill>
                  <a:srgbClr val="4A86E8"/>
                </a:solidFill>
              </a:rPr>
              <a:t>NFCタグ</a:t>
            </a:r>
            <a:endParaRPr b="1" sz="6000">
              <a:solidFill>
                <a:srgbClr val="4A86E8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152175" y="336850"/>
            <a:ext cx="36741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A4C2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 Field Communication </a:t>
            </a:r>
            <a:endParaRPr sz="1800">
              <a:solidFill>
                <a:srgbClr val="A4C2F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004950" y="1733988"/>
            <a:ext cx="52161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1"/>
                </a:solidFill>
                <a:highlight>
                  <a:srgbClr val="FFFFFF"/>
                </a:highlight>
              </a:rPr>
              <a:t>内部のICチップに記録されたデータを、スマートフォン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1"/>
                </a:solidFill>
                <a:highlight>
                  <a:srgbClr val="FFFFFF"/>
                </a:highlight>
              </a:rPr>
              <a:t>などの電磁誘導を利用して読み取る非接触通信デバイス。 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4014100" y="2789738"/>
            <a:ext cx="50865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1"/>
                </a:solidFill>
              </a:rPr>
              <a:t>かざすだけでURLを開いたり、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1"/>
                </a:solidFill>
              </a:rPr>
              <a:t>スマホの設定を変更したりできる。</a:t>
            </a:r>
            <a:r>
              <a:rPr b="1" lang="ja" sz="1500">
                <a:solidFill>
                  <a:schemeClr val="dk1"/>
                </a:solidFill>
              </a:rPr>
              <a:t> 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3446484" y="1757072"/>
            <a:ext cx="567600" cy="567600"/>
          </a:xfrm>
          <a:prstGeom prst="rect">
            <a:avLst/>
          </a:prstGeom>
          <a:solidFill>
            <a:schemeClr val="lt1"/>
          </a:solidFill>
          <a:ln cap="flat" cmpd="sng" w="2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50" lIns="67050" spcFirstLastPara="1" rIns="67050" wrap="square" tIns="67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7"/>
          </a:p>
        </p:txBody>
      </p:sp>
      <p:pic>
        <p:nvPicPr>
          <p:cNvPr id="71" name="Google Shape;71;p14"/>
          <p:cNvPicPr preferRelativeResize="0"/>
          <p:nvPr/>
        </p:nvPicPr>
        <p:blipFill rotWithShape="1">
          <a:blip r:embed="rId4">
            <a:alphaModFix/>
          </a:blip>
          <a:srcRect b="37123" l="21382" r="23652" t="0"/>
          <a:stretch/>
        </p:blipFill>
        <p:spPr>
          <a:xfrm>
            <a:off x="3437274" y="1757074"/>
            <a:ext cx="567680" cy="4870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>
            <a:off x="3446484" y="2789747"/>
            <a:ext cx="567600" cy="567600"/>
          </a:xfrm>
          <a:prstGeom prst="rect">
            <a:avLst/>
          </a:prstGeom>
          <a:solidFill>
            <a:schemeClr val="lt1"/>
          </a:solidFill>
          <a:ln cap="flat" cmpd="sng" w="2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50" lIns="67050" spcFirstLastPara="1" rIns="67050" wrap="square" tIns="67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7"/>
          </a:p>
        </p:txBody>
      </p:sp>
      <p:pic>
        <p:nvPicPr>
          <p:cNvPr id="73" name="Google Shape;73;p14"/>
          <p:cNvPicPr preferRelativeResize="0"/>
          <p:nvPr/>
        </p:nvPicPr>
        <p:blipFill rotWithShape="1">
          <a:blip r:embed="rId5">
            <a:alphaModFix/>
          </a:blip>
          <a:srcRect b="11778" l="0" r="0" t="0"/>
          <a:stretch/>
        </p:blipFill>
        <p:spPr>
          <a:xfrm>
            <a:off x="3469387" y="2812687"/>
            <a:ext cx="521769" cy="5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/>
        </p:nvSpPr>
        <p:spPr>
          <a:xfrm>
            <a:off x="4014100" y="3828038"/>
            <a:ext cx="50865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1"/>
                </a:solidFill>
              </a:rPr>
              <a:t>電池が不要。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1"/>
                </a:solidFill>
              </a:rPr>
              <a:t>シール型やカード型などの多様な形状がある。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3446484" y="3822422"/>
            <a:ext cx="567600" cy="567600"/>
          </a:xfrm>
          <a:prstGeom prst="rect">
            <a:avLst/>
          </a:prstGeom>
          <a:solidFill>
            <a:schemeClr val="lt1"/>
          </a:solidFill>
          <a:ln cap="flat" cmpd="sng" w="2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50" lIns="67050" spcFirstLastPara="1" rIns="67050" wrap="square" tIns="67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7"/>
          </a:p>
        </p:txBody>
      </p:sp>
      <p:pic>
        <p:nvPicPr>
          <p:cNvPr id="76" name="Google Shape;76;p14"/>
          <p:cNvPicPr preferRelativeResize="0"/>
          <p:nvPr/>
        </p:nvPicPr>
        <p:blipFill rotWithShape="1">
          <a:blip r:embed="rId6">
            <a:alphaModFix/>
          </a:blip>
          <a:srcRect b="10587" l="11832" r="0" t="0"/>
          <a:stretch/>
        </p:blipFill>
        <p:spPr>
          <a:xfrm>
            <a:off x="3497450" y="3845363"/>
            <a:ext cx="379775" cy="48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08850" y="4086083"/>
            <a:ext cx="333775" cy="3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/>
        </p:nvSpPr>
        <p:spPr>
          <a:xfrm>
            <a:off x="1899475" y="705800"/>
            <a:ext cx="4723200" cy="1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0">
                <a:solidFill>
                  <a:schemeClr val="dk1"/>
                </a:solidFill>
              </a:rPr>
              <a:t>エキタグ</a:t>
            </a:r>
            <a:endParaRPr b="1" sz="8000">
              <a:solidFill>
                <a:schemeClr val="dk1"/>
              </a:solidFill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1899475" y="475775"/>
            <a:ext cx="15144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</a:rPr>
              <a:t>活用例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 rotWithShape="1">
          <a:blip r:embed="rId3">
            <a:alphaModFix/>
          </a:blip>
          <a:srcRect b="0" l="17350" r="18818" t="0"/>
          <a:stretch/>
        </p:blipFill>
        <p:spPr>
          <a:xfrm>
            <a:off x="327400" y="522475"/>
            <a:ext cx="1671999" cy="137505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2016050" y="2514600"/>
            <a:ext cx="6583800" cy="23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>
                <a:solidFill>
                  <a:schemeClr val="dk1"/>
                </a:solidFill>
              </a:rPr>
              <a:t>スマートフォンを使って日本全国の鉄道駅や観光地などの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>
                <a:solidFill>
                  <a:schemeClr val="dk1"/>
                </a:solidFill>
              </a:rPr>
              <a:t>  デジタルスタンプを集めることができるアプリ。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>
                <a:solidFill>
                  <a:schemeClr val="dk1"/>
                </a:solidFill>
              </a:rPr>
              <a:t>設置されたNFCタグにスマホをかざすだけで、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>
                <a:solidFill>
                  <a:schemeClr val="dk1"/>
                </a:solidFill>
              </a:rPr>
              <a:t>  簡単にスタンプ帳へコレクションできる。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1999398" y="2604575"/>
            <a:ext cx="62400" cy="2898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1999398" y="3930275"/>
            <a:ext cx="62400" cy="2898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5"/>
          <p:cNvGrpSpPr/>
          <p:nvPr/>
        </p:nvGrpSpPr>
        <p:grpSpPr>
          <a:xfrm>
            <a:off x="225235" y="2377201"/>
            <a:ext cx="1720490" cy="2597702"/>
            <a:chOff x="1222525" y="1582475"/>
            <a:chExt cx="2126950" cy="3211400"/>
          </a:xfrm>
        </p:grpSpPr>
        <p:pic>
          <p:nvPicPr>
            <p:cNvPr id="89" name="Google Shape;89;p15"/>
            <p:cNvPicPr preferRelativeResize="0"/>
            <p:nvPr/>
          </p:nvPicPr>
          <p:blipFill rotWithShape="1">
            <a:blip r:embed="rId4">
              <a:alphaModFix/>
            </a:blip>
            <a:srcRect b="0" l="15557" r="18213" t="0"/>
            <a:stretch/>
          </p:blipFill>
          <p:spPr>
            <a:xfrm>
              <a:off x="1222525" y="1582475"/>
              <a:ext cx="2126950" cy="3211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660336" y="2001680"/>
              <a:ext cx="1336894" cy="23729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1" name="Google Shape;91;p15"/>
          <p:cNvCxnSpPr/>
          <p:nvPr/>
        </p:nvCxnSpPr>
        <p:spPr>
          <a:xfrm>
            <a:off x="407000" y="1963800"/>
            <a:ext cx="6297300" cy="21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/>
          <p:nvPr/>
        </p:nvSpPr>
        <p:spPr>
          <a:xfrm>
            <a:off x="5456450" y="3596725"/>
            <a:ext cx="735300" cy="670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3">
            <a:alphaModFix amt="40000"/>
          </a:blip>
          <a:srcRect b="0" l="0" r="72323" t="0"/>
          <a:stretch/>
        </p:blipFill>
        <p:spPr>
          <a:xfrm>
            <a:off x="0" y="0"/>
            <a:ext cx="3008600" cy="5143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" name="Google Shape;98;p16"/>
          <p:cNvSpPr txBox="1"/>
          <p:nvPr/>
        </p:nvSpPr>
        <p:spPr>
          <a:xfrm>
            <a:off x="478525" y="893550"/>
            <a:ext cx="2400900" cy="16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0">
                <a:solidFill>
                  <a:schemeClr val="dk1"/>
                </a:solidFill>
              </a:rPr>
              <a:t>02</a:t>
            </a:r>
            <a:r>
              <a:rPr b="1" lang="ja" sz="15000">
                <a:solidFill>
                  <a:schemeClr val="dk1"/>
                </a:solidFill>
              </a:rPr>
              <a:t> </a:t>
            </a:r>
            <a:endParaRPr b="1" sz="15000">
              <a:solidFill>
                <a:schemeClr val="dk1"/>
              </a:solidFill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0" y="2979950"/>
            <a:ext cx="29499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900">
                <a:solidFill>
                  <a:schemeClr val="dk1"/>
                </a:solidFill>
              </a:rPr>
              <a:t>NFCタグ</a:t>
            </a:r>
            <a:r>
              <a:rPr b="1" lang="ja" sz="1900">
                <a:solidFill>
                  <a:schemeClr val="dk1"/>
                </a:solidFill>
              </a:rPr>
              <a:t>を用いた企画案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3152175" y="524500"/>
            <a:ext cx="4203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0">
                <a:solidFill>
                  <a:srgbClr val="4A86E8"/>
                </a:solidFill>
              </a:rPr>
              <a:t>企画案</a:t>
            </a:r>
            <a:endParaRPr b="1" sz="6000">
              <a:solidFill>
                <a:srgbClr val="4A86E8"/>
              </a:solidFill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3309050" y="1566175"/>
            <a:ext cx="6157200" cy="11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chemeClr val="dk1"/>
                </a:solidFill>
                <a:highlight>
                  <a:srgbClr val="FFFFFF"/>
                </a:highlight>
              </a:rPr>
              <a:t>⑴ HTMLなど用いてWebをデザインする。</a:t>
            </a:r>
            <a:endParaRPr b="1"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600">
                <a:solidFill>
                  <a:schemeClr val="dk1"/>
                </a:solidFill>
                <a:highlight>
                  <a:srgbClr val="FFFFFF"/>
                </a:highlight>
              </a:rPr>
              <a:t>⑵ ウェブ内で、NFCタグを読み込めるようにする。</a:t>
            </a:r>
            <a:endParaRPr b="1"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600">
                <a:solidFill>
                  <a:schemeClr val="dk1"/>
                </a:solidFill>
                <a:highlight>
                  <a:srgbClr val="FFFFFF"/>
                </a:highlight>
              </a:rPr>
              <a:t>⑶ スタンプの外見を決め、NFCタグの読み込み後に反映する。</a:t>
            </a:r>
            <a:endParaRPr b="1"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02" name="Google Shape;102;p16"/>
          <p:cNvPicPr preferRelativeResize="0"/>
          <p:nvPr/>
        </p:nvPicPr>
        <p:blipFill rotWithShape="1">
          <a:blip r:embed="rId4">
            <a:alphaModFix/>
          </a:blip>
          <a:srcRect b="0" l="7425" r="0" t="0"/>
          <a:stretch/>
        </p:blipFill>
        <p:spPr>
          <a:xfrm>
            <a:off x="3081675" y="2837000"/>
            <a:ext cx="1956150" cy="2113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3565650" y="3456400"/>
            <a:ext cx="831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300">
                <a:solidFill>
                  <a:schemeClr val="dk1"/>
                </a:solidFill>
              </a:rPr>
              <a:t>Web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104" name="Google Shape;104;p16"/>
          <p:cNvSpPr/>
          <p:nvPr/>
        </p:nvSpPr>
        <p:spPr>
          <a:xfrm rot="5400000">
            <a:off x="4865100" y="3699863"/>
            <a:ext cx="447000" cy="3873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99468">
            <a:off x="7977500" y="3032962"/>
            <a:ext cx="987499" cy="98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 rotWithShape="1">
          <a:blip r:embed="rId6">
            <a:alphaModFix/>
          </a:blip>
          <a:srcRect b="0" l="30824" r="28463" t="0"/>
          <a:stretch/>
        </p:blipFill>
        <p:spPr>
          <a:xfrm rot="-1820610">
            <a:off x="7471802" y="2984196"/>
            <a:ext cx="740395" cy="181863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/>
          <p:nvPr/>
        </p:nvSpPr>
        <p:spPr>
          <a:xfrm rot="5400000">
            <a:off x="6858725" y="3699863"/>
            <a:ext cx="447000" cy="3873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 rot="-1579">
            <a:off x="5479551" y="3715068"/>
            <a:ext cx="130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chemeClr val="lt1"/>
                </a:solidFill>
              </a:rPr>
              <a:t>NFC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7">
            <a:alphaModFix/>
          </a:blip>
          <a:srcRect b="25021" l="7038" r="53422" t="33138"/>
          <a:stretch/>
        </p:blipFill>
        <p:spPr>
          <a:xfrm>
            <a:off x="6201750" y="3744475"/>
            <a:ext cx="584024" cy="4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7"/>
          <p:cNvGrpSpPr/>
          <p:nvPr/>
        </p:nvGrpSpPr>
        <p:grpSpPr>
          <a:xfrm>
            <a:off x="3010584" y="340880"/>
            <a:ext cx="2721815" cy="4109564"/>
            <a:chOff x="225235" y="2377201"/>
            <a:chExt cx="1720490" cy="2597702"/>
          </a:xfrm>
        </p:grpSpPr>
        <p:pic>
          <p:nvPicPr>
            <p:cNvPr id="115" name="Google Shape;115;p17"/>
            <p:cNvPicPr preferRelativeResize="0"/>
            <p:nvPr/>
          </p:nvPicPr>
          <p:blipFill rotWithShape="1">
            <a:blip r:embed="rId3">
              <a:alphaModFix/>
            </a:blip>
            <a:srcRect b="0" l="15557" r="18213" t="0"/>
            <a:stretch/>
          </p:blipFill>
          <p:spPr>
            <a:xfrm>
              <a:off x="225235" y="2377201"/>
              <a:ext cx="1720490" cy="25977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8938" y="3115200"/>
              <a:ext cx="913076" cy="1121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Google Shape;117;p17"/>
          <p:cNvSpPr/>
          <p:nvPr/>
        </p:nvSpPr>
        <p:spPr>
          <a:xfrm>
            <a:off x="1866040" y="-352200"/>
            <a:ext cx="5010900" cy="5495700"/>
          </a:xfrm>
          <a:prstGeom prst="mathMultiply">
            <a:avLst>
              <a:gd fmla="val 4153" name="adj1"/>
            </a:avLst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3211050" y="4280625"/>
            <a:ext cx="27219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1"/>
                </a:solidFill>
              </a:rPr>
              <a:t>Iphone</a:t>
            </a:r>
            <a:r>
              <a:rPr lang="ja" sz="1800">
                <a:solidFill>
                  <a:schemeClr val="dk1"/>
                </a:solidFill>
              </a:rPr>
              <a:t>で使用できない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606450" y="3900975"/>
            <a:ext cx="2462400" cy="806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606450" y="2800450"/>
            <a:ext cx="2462400" cy="5742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606450" y="1636625"/>
            <a:ext cx="2462400" cy="5742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31800" y="-17050"/>
            <a:ext cx="4203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0">
                <a:solidFill>
                  <a:srgbClr val="4A86E8"/>
                </a:solidFill>
              </a:rPr>
              <a:t>企画案2</a:t>
            </a:r>
            <a:endParaRPr b="1" sz="6000">
              <a:solidFill>
                <a:srgbClr val="4A86E8"/>
              </a:solidFill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564875" y="1636625"/>
            <a:ext cx="18819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4A86E8"/>
                </a:solidFill>
              </a:rPr>
              <a:t>NFCタグ</a:t>
            </a:r>
            <a:endParaRPr b="1" sz="2000">
              <a:solidFill>
                <a:srgbClr val="4A86E8"/>
              </a:solidFill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606450" y="2795450"/>
            <a:ext cx="2064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4A86E8"/>
                </a:solidFill>
              </a:rPr>
              <a:t>スマートフォン</a:t>
            </a:r>
            <a:endParaRPr b="1" sz="2000">
              <a:solidFill>
                <a:srgbClr val="4A86E8"/>
              </a:solidFill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630475" y="3051550"/>
            <a:ext cx="2327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900">
                <a:solidFill>
                  <a:schemeClr val="dk1"/>
                </a:solidFill>
              </a:rPr>
              <a:t>・タグを読み取り、個別URL</a:t>
            </a:r>
            <a:r>
              <a:rPr lang="ja" sz="900">
                <a:solidFill>
                  <a:schemeClr val="dk1"/>
                </a:solidFill>
              </a:rPr>
              <a:t>にアクセス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606450" y="3921300"/>
            <a:ext cx="1322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4A86E8"/>
                </a:solidFill>
              </a:rPr>
              <a:t>サーバー</a:t>
            </a:r>
            <a:endParaRPr b="1" sz="2000">
              <a:solidFill>
                <a:srgbClr val="4A86E8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606450" y="4198075"/>
            <a:ext cx="28806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</a:rPr>
              <a:t>・ユーザーコードの発行(NFCが1つ目の場合)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</a:rPr>
              <a:t>・ユーザーコードにデータを追加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630475" y="1905025"/>
            <a:ext cx="22953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</a:rPr>
              <a:t>・個別URL（http://stump.～）を持つ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1417475" y="2311128"/>
            <a:ext cx="279600" cy="432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1417475" y="3431978"/>
            <a:ext cx="279600" cy="432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 rot="-5403693">
            <a:off x="3288201" y="4033125"/>
            <a:ext cx="279300" cy="541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3858675" y="3995175"/>
            <a:ext cx="4267500" cy="711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3932825" y="4166475"/>
            <a:ext cx="449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</a:rPr>
              <a:t>ユーザーデータを検索し、WebへスタンプIDを送信。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8" name="Google Shape;138;p18"/>
          <p:cNvSpPr/>
          <p:nvPr/>
        </p:nvSpPr>
        <p:spPr>
          <a:xfrm rot="10796307">
            <a:off x="5601150" y="3573700"/>
            <a:ext cx="279300" cy="367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3858675" y="2606725"/>
            <a:ext cx="4267500" cy="909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3858675" y="2654525"/>
            <a:ext cx="24291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4A86E8"/>
                </a:solidFill>
              </a:rPr>
              <a:t>Web(</a:t>
            </a:r>
            <a:r>
              <a:rPr b="1" lang="ja" sz="2000">
                <a:solidFill>
                  <a:srgbClr val="4A86E8"/>
                </a:solidFill>
              </a:rPr>
              <a:t>stump</a:t>
            </a:r>
            <a:r>
              <a:rPr b="1" lang="ja" sz="2000">
                <a:solidFill>
                  <a:srgbClr val="4A86E8"/>
                </a:solidFill>
              </a:rPr>
              <a:t>.html)</a:t>
            </a:r>
            <a:endParaRPr b="1" sz="2000">
              <a:solidFill>
                <a:srgbClr val="4A86E8"/>
              </a:solidFill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3858675" y="3014275"/>
            <a:ext cx="449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</a:rPr>
              <a:t>・ユーザーデータをもとにサーバーへデータを求める。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</a:rPr>
              <a:t>・スタンプIDをもとにスタンプを反映。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2" name="Google Shape;142;p18"/>
          <p:cNvSpPr/>
          <p:nvPr/>
        </p:nvSpPr>
        <p:spPr>
          <a:xfrm rot="5396307">
            <a:off x="3288202" y="2926900"/>
            <a:ext cx="279300" cy="469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/>
          <p:cNvPicPr preferRelativeResize="0"/>
          <p:nvPr/>
        </p:nvPicPr>
        <p:blipFill rotWithShape="1">
          <a:blip r:embed="rId3">
            <a:alphaModFix amt="40000"/>
          </a:blip>
          <a:srcRect b="0" l="0" r="72323" t="0"/>
          <a:stretch/>
        </p:blipFill>
        <p:spPr>
          <a:xfrm>
            <a:off x="0" y="0"/>
            <a:ext cx="3008600" cy="5143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19"/>
          <p:cNvSpPr txBox="1"/>
          <p:nvPr/>
        </p:nvSpPr>
        <p:spPr>
          <a:xfrm>
            <a:off x="478525" y="893550"/>
            <a:ext cx="2400900" cy="16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0">
                <a:solidFill>
                  <a:schemeClr val="dk1"/>
                </a:solidFill>
              </a:rPr>
              <a:t>03 </a:t>
            </a:r>
            <a:endParaRPr b="1" sz="15000">
              <a:solidFill>
                <a:schemeClr val="dk1"/>
              </a:solidFill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219850" y="2993150"/>
            <a:ext cx="25689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chemeClr val="dk1"/>
                </a:solidFill>
              </a:rPr>
              <a:t>必要なもの・技術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3832950" y="812038"/>
            <a:ext cx="52161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1"/>
                </a:solidFill>
                <a:highlight>
                  <a:srgbClr val="FFFFFF"/>
                </a:highlight>
              </a:rPr>
              <a:t>NFCタグを購入したいです。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3274484" y="582647"/>
            <a:ext cx="567600" cy="567600"/>
          </a:xfrm>
          <a:prstGeom prst="rect">
            <a:avLst/>
          </a:prstGeom>
          <a:solidFill>
            <a:schemeClr val="lt1"/>
          </a:solidFill>
          <a:ln cap="flat" cmpd="sng" w="2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50" lIns="67050" spcFirstLastPara="1" rIns="67050" wrap="square" tIns="67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7"/>
          </a:p>
        </p:txBody>
      </p:sp>
      <p:sp>
        <p:nvSpPr>
          <p:cNvPr id="152" name="Google Shape;152;p19"/>
          <p:cNvSpPr txBox="1"/>
          <p:nvPr/>
        </p:nvSpPr>
        <p:spPr>
          <a:xfrm>
            <a:off x="3916400" y="471475"/>
            <a:ext cx="1177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4A86E8"/>
                </a:solidFill>
              </a:rPr>
              <a:t>予算</a:t>
            </a:r>
            <a:endParaRPr b="1" sz="2000">
              <a:solidFill>
                <a:srgbClr val="4A86E8"/>
              </a:solidFill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3851350" y="1853325"/>
            <a:ext cx="52161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1"/>
                </a:solidFill>
                <a:highlight>
                  <a:srgbClr val="FFFFFF"/>
                </a:highlight>
              </a:rPr>
              <a:t>サーバーと作業のため、情報科棟の使用がしたい</a:t>
            </a:r>
            <a:r>
              <a:rPr b="1" lang="ja">
                <a:solidFill>
                  <a:schemeClr val="dk1"/>
                </a:solidFill>
                <a:highlight>
                  <a:srgbClr val="FFFFFF"/>
                </a:highlight>
              </a:rPr>
              <a:t>。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3292884" y="1623934"/>
            <a:ext cx="567600" cy="567600"/>
          </a:xfrm>
          <a:prstGeom prst="rect">
            <a:avLst/>
          </a:prstGeom>
          <a:solidFill>
            <a:schemeClr val="lt1"/>
          </a:solidFill>
          <a:ln cap="flat" cmpd="sng" w="2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50" lIns="67050" spcFirstLastPara="1" rIns="67050" wrap="square" tIns="67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7"/>
          </a:p>
        </p:txBody>
      </p:sp>
      <p:sp>
        <p:nvSpPr>
          <p:cNvPr id="155" name="Google Shape;155;p19"/>
          <p:cNvSpPr txBox="1"/>
          <p:nvPr/>
        </p:nvSpPr>
        <p:spPr>
          <a:xfrm>
            <a:off x="3934800" y="1512763"/>
            <a:ext cx="1177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4A86E8"/>
                </a:solidFill>
              </a:rPr>
              <a:t>場所</a:t>
            </a:r>
            <a:endParaRPr b="1" sz="2000">
              <a:solidFill>
                <a:srgbClr val="4A86E8"/>
              </a:solidFill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3860550" y="3100150"/>
            <a:ext cx="52161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1"/>
                </a:solidFill>
                <a:highlight>
                  <a:srgbClr val="FFFFFF"/>
                </a:highlight>
              </a:rPr>
              <a:t>パソコンを使用させてください。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3302084" y="2870759"/>
            <a:ext cx="567600" cy="567600"/>
          </a:xfrm>
          <a:prstGeom prst="rect">
            <a:avLst/>
          </a:prstGeom>
          <a:solidFill>
            <a:schemeClr val="lt1"/>
          </a:solidFill>
          <a:ln cap="flat" cmpd="sng" w="2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50" lIns="67050" spcFirstLastPara="1" rIns="67050" wrap="square" tIns="67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7"/>
          </a:p>
        </p:txBody>
      </p:sp>
      <p:sp>
        <p:nvSpPr>
          <p:cNvPr id="158" name="Google Shape;158;p19"/>
          <p:cNvSpPr txBox="1"/>
          <p:nvPr/>
        </p:nvSpPr>
        <p:spPr>
          <a:xfrm>
            <a:off x="3944000" y="2759588"/>
            <a:ext cx="1177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4A86E8"/>
                </a:solidFill>
              </a:rPr>
              <a:t>機材</a:t>
            </a:r>
            <a:endParaRPr b="1" sz="2000">
              <a:solidFill>
                <a:srgbClr val="4A86E8"/>
              </a:solidFill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3832950" y="4346988"/>
            <a:ext cx="52161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1"/>
                </a:solidFill>
                <a:highlight>
                  <a:srgbClr val="FFFFFF"/>
                </a:highlight>
              </a:rPr>
              <a:t>文化祭までに充分仕上げられます。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3274484" y="4117597"/>
            <a:ext cx="567600" cy="567600"/>
          </a:xfrm>
          <a:prstGeom prst="rect">
            <a:avLst/>
          </a:prstGeom>
          <a:solidFill>
            <a:schemeClr val="lt1"/>
          </a:solidFill>
          <a:ln cap="flat" cmpd="sng" w="2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050" lIns="67050" spcFirstLastPara="1" rIns="67050" wrap="square" tIns="67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7"/>
          </a:p>
        </p:txBody>
      </p:sp>
      <p:sp>
        <p:nvSpPr>
          <p:cNvPr id="161" name="Google Shape;161;p19"/>
          <p:cNvSpPr txBox="1"/>
          <p:nvPr/>
        </p:nvSpPr>
        <p:spPr>
          <a:xfrm>
            <a:off x="3916400" y="4006425"/>
            <a:ext cx="1177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4A86E8"/>
                </a:solidFill>
              </a:rPr>
              <a:t>時間</a:t>
            </a:r>
            <a:endParaRPr b="1" sz="2000">
              <a:solidFill>
                <a:srgbClr val="4A86E8"/>
              </a:solidFill>
            </a:endParaRPr>
          </a:p>
        </p:txBody>
      </p: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3474" y="621650"/>
            <a:ext cx="489600" cy="48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5825" y="1646875"/>
            <a:ext cx="521700" cy="52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5025" y="2893700"/>
            <a:ext cx="521700" cy="52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25025" y="4176075"/>
            <a:ext cx="478050" cy="4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ctrTitle"/>
          </p:nvPr>
        </p:nvSpPr>
        <p:spPr>
          <a:xfrm>
            <a:off x="311700" y="2124300"/>
            <a:ext cx="85206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600"/>
              <a:t>ご清聴ありがとうございました</a:t>
            </a:r>
            <a:endParaRPr b="1" sz="4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